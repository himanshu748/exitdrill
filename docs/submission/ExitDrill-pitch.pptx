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61eaf6fab5435a" /><Relationship Type="http://schemas.openxmlformats.org/officeDocument/2006/relationships/extended-properties" Target="/docProps/app.xml" Id="Rbda3f57eb5f14ea2" /><Relationship Type="http://schemas.openxmlformats.org/officeDocument/2006/relationships/officeDocument" Target="/ppt/presentation.xml" Id="R67d63886b26540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e34c9d1ad94576"/>
  </p:sldMasterIdLst>
  <p:notesMasterIdLst>
    <p:notesMasterId xmlns:r="http://schemas.openxmlformats.org/officeDocument/2006/relationships" r:id="R818789fd9b3f4f36"/>
  </p:notesMasterIdLst>
  <p:sldIdLst>
    <p:sldId xmlns:r="http://schemas.openxmlformats.org/officeDocument/2006/relationships" id="256" r:id="R7b45a801d2a44b72"/>
    <p:sldId xmlns:r="http://schemas.openxmlformats.org/officeDocument/2006/relationships" id="257" r:id="R328a2348c4514f93"/>
    <p:sldId xmlns:r="http://schemas.openxmlformats.org/officeDocument/2006/relationships" id="258" r:id="R4d82ae26f6794498"/>
    <p:sldId xmlns:r="http://schemas.openxmlformats.org/officeDocument/2006/relationships" id="259" r:id="Rd44bdbcea81b4d32"/>
    <p:sldId xmlns:r="http://schemas.openxmlformats.org/officeDocument/2006/relationships" id="260" r:id="R82487085eeb34142"/>
    <p:sldId xmlns:r="http://schemas.openxmlformats.org/officeDocument/2006/relationships" id="261" r:id="R0407c0f587b8467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554eaecdf54291" /><Relationship Type="http://schemas.openxmlformats.org/officeDocument/2006/relationships/slideMaster" Target="/ppt/slideMasters/slideMaster1.xml" Id="R80e34c9d1ad94576" /><Relationship Type="http://schemas.openxmlformats.org/officeDocument/2006/relationships/notesMaster" Target="/ppt/notesMasters/notesMaster1.xml" Id="R818789fd9b3f4f36" /><Relationship Type="http://schemas.openxmlformats.org/officeDocument/2006/relationships/presProps" Target="/ppt/presProps.xml" Id="Rbbaebb30283a4c6e" /><Relationship Type="http://schemas.openxmlformats.org/officeDocument/2006/relationships/tableStyles" Target="/ppt/tableStyles.xml" Id="R5bd8d90c9d8e423f" /><Relationship Type="http://schemas.openxmlformats.org/officeDocument/2006/relationships/slide" Target="/ppt/slides/slide1.xml" Id="R7b45a801d2a44b72" /><Relationship Type="http://schemas.openxmlformats.org/officeDocument/2006/relationships/slide" Target="/ppt/slides/slide2.xml" Id="R328a2348c4514f93" /><Relationship Type="http://schemas.openxmlformats.org/officeDocument/2006/relationships/slide" Target="/ppt/slides/slide3.xml" Id="R4d82ae26f6794498" /><Relationship Type="http://schemas.openxmlformats.org/officeDocument/2006/relationships/slide" Target="/ppt/slides/slide4.xml" Id="Rd44bdbcea81b4d32" /><Relationship Type="http://schemas.openxmlformats.org/officeDocument/2006/relationships/slide" Target="/ppt/slides/slide5.xml" Id="R82487085eeb34142" /><Relationship Type="http://schemas.openxmlformats.org/officeDocument/2006/relationships/slide" Target="/ppt/slides/slide6.xml" Id="R0407c0f587b846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7ac654defde4d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390163fd8d450d" /><Relationship Type="http://schemas.openxmlformats.org/officeDocument/2006/relationships/notesMaster" Target="/ppt/notesMasters/notesMaster1.xml" Id="Rfa0ba97f518348e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b2b446536b405f" /><Relationship Type="http://schemas.openxmlformats.org/officeDocument/2006/relationships/notesMaster" Target="/ppt/notesMasters/notesMaster1.xml" Id="R90346a16f95946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7e0768e529f4685" /><Relationship Type="http://schemas.openxmlformats.org/officeDocument/2006/relationships/notesMaster" Target="/ppt/notesMasters/notesMaster1.xml" Id="R7f0155720f3a47e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e432abdf8c444c3" /><Relationship Type="http://schemas.openxmlformats.org/officeDocument/2006/relationships/notesMaster" Target="/ppt/notesMasters/notesMaster1.xml" Id="R373b05cf4195432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b30f78e8361414d" /><Relationship Type="http://schemas.openxmlformats.org/officeDocument/2006/relationships/notesMaster" Target="/ppt/notesMasters/notesMaster1.xml" Id="R273d9218c1e1415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7ec768ea35740f9" /><Relationship Type="http://schemas.openxmlformats.org/officeDocument/2006/relationships/notesMaster" Target="/ppt/notesMasters/notesMaster1.xml" Id="R6a63c5f002a341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docs/evidence/sdai-fork-experiment.json and sdai-source-validation.json in the repository. Output is observed fork output, not a future promise.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Impact is a product hypothesis: help vault users prepare and independently recheck an exit. No measured adoption or guaranteed recovery claim. AI assistance: Cursor for the PRD/initial work, Codex for implementation, tests, and submission preparation.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99c70be0af46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15673e69e9495f" /><Relationship Type="http://schemas.openxmlformats.org/officeDocument/2006/relationships/slideLayout" Target="/ppt/slideLayouts/slideLayout1.xml" Id="R8ab67f6a5fa14d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b67f6a5fa14d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3b19bf0d0f46da" /><Relationship Type="http://schemas.openxmlformats.org/officeDocument/2006/relationships/notesSlide" Target="/ppt/notesSlides/notesSlide1.xml" Id="Rbd9ee9ec469e4b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80a7dbb7c445d8" /><Relationship Type="http://schemas.openxmlformats.org/officeDocument/2006/relationships/notesSlide" Target="/ppt/notesSlides/notesSlide2.xml" Id="Ra3b965073f0947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ecaad41df34fac" /><Relationship Type="http://schemas.openxmlformats.org/officeDocument/2006/relationships/image" Target="/ppt/media/image.jpeg" Id="Rbc3d17ed61c14dc8" /><Relationship Type="http://schemas.openxmlformats.org/officeDocument/2006/relationships/notesSlide" Target="/ppt/notesSlides/notesSlide3.xml" Id="R482742030aac41a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3e284d2ef7429d" /><Relationship Type="http://schemas.openxmlformats.org/officeDocument/2006/relationships/notesSlide" Target="/ppt/notesSlides/notesSlide4.xml" Id="Reee7dfeb65434cf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2a89fd65b1428c" /><Relationship Type="http://schemas.openxmlformats.org/officeDocument/2006/relationships/image" Target="/ppt/media/image2.jpeg" Id="R2c423ad7404244bb" /><Relationship Type="http://schemas.openxmlformats.org/officeDocument/2006/relationships/notesSlide" Target="/ppt/notesSlides/notesSlide5.xml" Id="Ra737ff9829a7481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89ec4a826244e6" /><Relationship Type="http://schemas.openxmlformats.org/officeDocument/2006/relationships/notesSlide" Target="/ppt/notesSlides/notesSlide6.xml" Id="R70e810c31463454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B3B149-FD7C-4912-AB0D-36B99A04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82A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82A23"/>
                </a:solidFill>
                <a:latin typeface="Helvetica Neue"/>
                <a:ea typeface="Helvetica Neue"/>
                <a:cs typeface="Helvetica Neue"/>
              </a:rPr>
              <a:t>ExitDrill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080B87-9CAD-40A5-BE14-9921EDB5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125" b="0">
                <a:solidFill>
                  <a:srgbClr val="3263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0">
                <a:solidFill>
                  <a:srgbClr val="32634B"/>
                </a:solidFill>
                <a:latin typeface="Helvetica Neue"/>
                <a:ea typeface="Helvetica Neue"/>
                <a:cs typeface="Helvetica Neue"/>
              </a:rPr>
              <a:t>A fire drill for your DeFi exit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5047E0-0F03-46C3-8955-C9E8D1914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82A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82A23"/>
                </a:solidFill>
                <a:latin typeface="Helvetica Neue"/>
                <a:ea typeface="Helvetica Neue"/>
                <a:cs typeface="Helvetica Neue"/>
              </a:rPr>
              <a:t>Rehearse a vault withdrawal. Keep the evidence.</a:t>
            </a:r>
          </a:p>
          <a:p xmlns:a="http://schemas.openxmlformats.org/drawingml/2006/main">
            <a:pPr>
              <a:defRPr sz="2325" b="0">
                <a:solidFill>
                  <a:srgbClr val="182A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82A23"/>
                </a:solidFill>
                <a:latin typeface="Helvetica Neue"/>
                <a:ea typeface="Helvetica Neue"/>
                <a:cs typeface="Helvetica Neue"/>
              </a:rPr>
              <a:t>Recheck through a local kit when the website is gone.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E4E231-CFB6-40C7-974B-837938E2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2A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82A23"/>
                </a:solidFill>
                <a:latin typeface="Helvetica Neue"/>
                <a:ea typeface="Helvetica Neue"/>
                <a:cs typeface="Helvetica Neue"/>
              </a:rPr>
              <a:t>3rd-Web-Hack · Himanshu Kumar ·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384096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8E1811-5830-4E22-99AF-CC90A7875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82A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82A23"/>
                </a:solidFill>
                <a:latin typeface="Helvetica Neue"/>
                <a:ea typeface="Helvetica Neue"/>
                <a:cs typeface="Helvetica Neue"/>
              </a:rPr>
              <a:t>The withdrawal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02C0B3-0174-43B0-A6F8-00C0E0D6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82A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82A23"/>
                </a:solidFill>
                <a:latin typeface="Helvetica Neue"/>
                <a:ea typeface="Helvetica Neue"/>
                <a:cs typeface="Helvetica Neue"/>
              </a:rPr>
              <a:t>A vault balance does not tell you whether</a:t>
            </a:r>
          </a:p>
          <a:p xmlns:a="http://schemas.openxmlformats.org/drawingml/2006/main">
            <a:pPr>
              <a:defRPr sz="3000" b="0">
                <a:solidFill>
                  <a:srgbClr val="182A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82A23"/>
                </a:solidFill>
                <a:latin typeface="Helvetica Neue"/>
                <a:ea typeface="Helvetica Neue"/>
                <a:cs typeface="Helvetica Neue"/>
              </a:rPr>
              <a:t>your exact withdrawal will execute.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4C7700-515D-42FC-9C28-62C1956B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10287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82A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82A23"/>
                </a:solidFill>
                <a:latin typeface="Helvetica Neue"/>
                <a:ea typeface="Helvetica Neue"/>
                <a:cs typeface="Helvetica Neue"/>
              </a:rPr>
              <a:t>Limits, contract changes, gas, and unavailable interfaces can interrupt an exit. A saved transaction alone can become stale.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CF5B2C-953C-455D-832F-D58553DE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263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32634B"/>
                </a:solidFill>
                <a:latin typeface="Helvetica Neue"/>
                <a:ea typeface="Helvetica Neue"/>
                <a:cs typeface="Helvetica Neue"/>
              </a:rPr>
              <a:t>ExitDrill targets direct ERC-4626 redemption by the owner.</a:t>
            </a:r>
          </a:p>
          <a:p xmlns:a="http://schemas.openxmlformats.org/drawingml/2006/main">
            <a:pPr>
              <a:defRPr sz="2025" b="0">
                <a:solidFill>
                  <a:srgbClr val="3263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32634B"/>
                </a:solidFill>
                <a:latin typeface="Helvetica Neue"/>
                <a:ea typeface="Helvetica Neue"/>
                <a:cs typeface="Helvetica Neue"/>
              </a:rPr>
              <a:t>It does not recover keys or bypass contract restrictions.</a:t>
            </a:r>
          </a:p>
        </p:txBody>
      </p:sp>
    </p:spTree>
    <p:extLst>
      <p:ext uri="{BB962C8B-B14F-4D97-AF65-F5344CB8AC3E}">
        <p14:creationId xmlns:p14="http://schemas.microsoft.com/office/powerpoint/2010/main" val="11677078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58A6BD-381D-49DC-9940-481BF26AF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82A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82A23"/>
                </a:solidFill>
                <a:latin typeface="Helvetica Neue"/>
                <a:ea typeface="Helvetica Neue"/>
                <a:cs typeface="Helvetica Neue"/>
              </a:rPr>
              <a:t>A rehearsal with a receipt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877083-5991-4C2C-8C02-2F380E49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59055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2A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82A23"/>
                </a:solidFill>
                <a:latin typeface="Helvetica Neue"/>
                <a:ea typeface="Helvetica Neue"/>
                <a:cs typeface="Helvetica Neue"/>
              </a:rPr>
              <a:t>01  Inspect a pinned source block</a:t>
            </a:r>
          </a:p>
          <a:p xmlns:a="http://schemas.openxmlformats.org/drawingml/2006/main">
            <a:pPr>
              <a:defRPr sz="2250" b="0">
                <a:solidFill>
                  <a:srgbClr val="182A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82A23"/>
                </a:solidFill>
                <a:latin typeface="Helvetica Neue"/>
                <a:ea typeface="Helvetica Neue"/>
                <a:cs typeface="Helvetica Neue"/>
              </a:rPr>
              <a:t>02  Reconstruct the exact redeem call</a:t>
            </a:r>
          </a:p>
          <a:p xmlns:a="http://schemas.openxmlformats.org/drawingml/2006/main">
            <a:pPr>
              <a:defRPr sz="2250" b="0">
                <a:solidFill>
                  <a:srgbClr val="182A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82A23"/>
                </a:solidFill>
                <a:latin typeface="Helvetica Neue"/>
                <a:ea typeface="Helvetica Neue"/>
                <a:cs typeface="Helvetica Neue"/>
              </a:rPr>
              <a:t>03  Execute inside a private Anvil fork</a:t>
            </a:r>
          </a:p>
          <a:p xmlns:a="http://schemas.openxmlformats.org/drawingml/2006/main">
            <a:pPr>
              <a:defRPr sz="2250" b="0">
                <a:solidFill>
                  <a:srgbClr val="182A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82A23"/>
                </a:solidFill>
                <a:latin typeface="Helvetica Neue"/>
                <a:ea typeface="Helvetica Neue"/>
                <a:cs typeface="Helvetica Neue"/>
              </a:rPr>
              <a:t>04  Check event, balances, and supply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EAA5F2-364B-45E8-863C-3B6425AB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542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263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32634B"/>
                </a:solidFill>
                <a:latin typeface="Helvetica Neue"/>
                <a:ea typeface="Helvetica Neue"/>
                <a:cs typeface="Helvetica Neue"/>
              </a:rPr>
              <a:t>PASS, BLOCKED, or UNKNOWN stays attached to its evidence and limitations.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3d17ed61c14dc8"/>
          <a:stretch xmlns:a="http://schemas.openxmlformats.org/drawingml/2006/main"/>
        </p:blipFill>
        <p:spPr>
          <a:xfrm xmlns:a="http://schemas.openxmlformats.org/drawingml/2006/main">
            <a:off x="7606344" y="1666875"/>
            <a:ext cx="3075312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5169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5A7D44-B876-46D9-9B66-2F9C96B2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82A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82A23"/>
                </a:solidFill>
                <a:latin typeface="Helvetica Neue"/>
                <a:ea typeface="Helvetica Neue"/>
                <a:cs typeface="Helvetica Neue"/>
              </a:rPr>
              <a:t>Ethereum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544E6F-796F-42F1-A959-420C95C1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3263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32634B"/>
                </a:solidFill>
                <a:latin typeface="Helvetica Neue"/>
                <a:ea typeface="Helvetica Neue"/>
                <a:cs typeface="Helvetica Neue"/>
              </a:rPr>
              <a:t>1 sDAI → 1.180831208759861486 DAI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850B12-1C20-4E5D-9095-5C1B089F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1047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82A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82A23"/>
                </a:solidFill>
                <a:latin typeface="Helvetica Neue"/>
                <a:ea typeface="Helvetica Neue"/>
                <a:cs typeface="Helvetica Neue"/>
              </a:rPr>
              <a:t>Executed inside a private fork at source block 26,031,607.</a:t>
            </a:r>
          </a:p>
          <a:p xmlns:a="http://schemas.openxmlformats.org/drawingml/2006/main">
            <a:pPr>
              <a:defRPr sz="2325" b="0">
                <a:solidFill>
                  <a:srgbClr val="182A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82A23"/>
                </a:solidFill>
                <a:latin typeface="Helvetica Neue"/>
                <a:ea typeface="Helvetica Neue"/>
                <a:cs typeface="Helvetica Neue"/>
              </a:rPr>
              <a:t>Receipt, Withdrawal event, share burn, asset increase, and total supply checks passed.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A1CDE4-BF6F-4614-A2C2-B854C6A0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A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2A23"/>
                </a:solidFill>
                <a:latin typeface="Helvetica Neue"/>
                <a:ea typeface="Helvetica Neue"/>
                <a:cs typeface="Helvetica Neue"/>
              </a:rPr>
              <a:t>Compiled pinned SavingsDai source with solc 0.8.17 and compared deployed executable bytes and immutables.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010FF9-FBF6-45D3-9EE9-21DFE371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2A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82A23"/>
                </a:solidFill>
                <a:latin typeface="Helvetica Neue"/>
                <a:ea typeface="Helvetica Neue"/>
                <a:cs typeface="Helvetica Neue"/>
              </a:rPr>
              <a:t>Second-provider repeat passed on 22 September. Live sDAI rehearsal enabled. No mainnet transaction.</a:t>
            </a:r>
          </a:p>
        </p:txBody>
      </p:sp>
    </p:spTree>
    <p:extLst>
      <p:ext uri="{BB962C8B-B14F-4D97-AF65-F5344CB8AC3E}">
        <p14:creationId xmlns:p14="http://schemas.microsoft.com/office/powerpoint/2010/main" val="8574086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6F82BA-B230-4FF6-8D05-E734F9EA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82A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82A23"/>
                </a:solidFill>
                <a:latin typeface="Helvetica Neue"/>
                <a:ea typeface="Helvetica Neue"/>
                <a:cs typeface="Helvetica Neue"/>
              </a:rPr>
              <a:t>The kit survives a hosting outage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CD8815-2730-4AAE-B71C-E148E23A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638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82A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182A23"/>
                </a:solidFill>
                <a:latin typeface="Helvetica Neue"/>
                <a:ea typeface="Helvetica Neue"/>
                <a:cs typeface="Helvetica Neue"/>
              </a:rPr>
              <a:t>A ZIP contains the interface, exit plan,</a:t>
            </a:r>
          </a:p>
          <a:p xmlns:a="http://schemas.openxmlformats.org/drawingml/2006/main">
            <a:pPr>
              <a:defRPr sz="2550" b="0">
                <a:solidFill>
                  <a:srgbClr val="182A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182A23"/>
                </a:solidFill>
                <a:latin typeface="Helvetica Neue"/>
                <a:ea typeface="Helvetica Neue"/>
                <a:cs typeface="Helvetica Neue"/>
              </a:rPr>
              <a:t>evidence, launcher, and file checksums.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FA5802-E7CD-47DD-BB6D-7CEB9332B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6191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2A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82A23"/>
                </a:solidFill>
                <a:latin typeface="Helvetica Neue"/>
                <a:ea typeface="Helvetica Neue"/>
                <a:cs typeface="Helvetica Neue"/>
              </a:rPr>
              <a:t>Saved evidence opens offline. Fresh checks use your own RPC connection. No npm install or hosted ExitDrill API is required.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F908ED-6295-4865-B2C8-F9577FD7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619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263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32634B"/>
                </a:solidFill>
                <a:latin typeface="Helvetica Neue"/>
                <a:ea typeface="Helvetica Neue"/>
                <a:cs typeface="Helvetica Neue"/>
              </a:rPr>
              <a:t>Ethereum preflight passed with web and API stopped. Wallet-extension testing remains open.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423ad7404244bb"/>
          <a:stretch xmlns:a="http://schemas.openxmlformats.org/drawingml/2006/main"/>
        </p:blipFill>
        <p:spPr>
          <a:xfrm xmlns:a="http://schemas.openxmlformats.org/drawingml/2006/main">
            <a:off x="7381875" y="2759273"/>
            <a:ext cx="3905250" cy="219670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0126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65E652-F848-448D-81A5-13E91021D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82A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82A23"/>
                </a:solidFill>
                <a:latin typeface="Helvetica Neue"/>
                <a:ea typeface="Helvetica Neue"/>
                <a:cs typeface="Helvetica Neue"/>
              </a:rPr>
              <a:t>Prototype and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1844CA-53A9-494F-955F-151442CE4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3263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32634B"/>
                </a:solidFill>
                <a:latin typeface="Helvetica Neue"/>
                <a:ea typeface="Helvetica Neue"/>
                <a:cs typeface="Helvetica Neue"/>
              </a:rPr>
              <a:t>Working today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5584A8-89C2-4062-9D61-410444E68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5095875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2A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82A23"/>
                </a:solidFill>
                <a:latin typeface="Helvetica Neue"/>
                <a:ea typeface="Helvetica Neue"/>
                <a:cs typeface="Helvetica Neue"/>
              </a:rPr>
              <a:t>Live sDAI + four test vault cases</a:t>
            </a:r>
          </a:p>
          <a:p xmlns:a="http://schemas.openxmlformats.org/drawingml/2006/main">
            <a:pPr>
              <a:defRPr sz="2250" b="0">
                <a:solidFill>
                  <a:srgbClr val="182A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82A23"/>
                </a:solidFill>
                <a:latin typeface="Helvetica Neue"/>
                <a:ea typeface="Helvetica Neue"/>
                <a:cs typeface="Helvetica Neue"/>
              </a:rPr>
              <a:t>Exact bigint amounts and calldata</a:t>
            </a:r>
          </a:p>
          <a:p xmlns:a="http://schemas.openxmlformats.org/drawingml/2006/main">
            <a:pPr>
              <a:defRPr sz="2250" b="0">
                <a:solidFill>
                  <a:srgbClr val="182A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82A23"/>
                </a:solidFill>
                <a:latin typeface="Helvetica Neue"/>
                <a:ea typeface="Helvetica Neue"/>
                <a:cs typeface="Helvetica Neue"/>
              </a:rPr>
              <a:t>41 tests · 30/30 hosted runs passed</a:t>
            </a:r>
          </a:p>
          <a:p xmlns:a="http://schemas.openxmlformats.org/drawingml/2006/main">
            <a:pPr>
              <a:defRPr sz="2250" b="0">
                <a:solidFill>
                  <a:srgbClr val="182A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82A23"/>
                </a:solidFill>
                <a:latin typeface="Helvetica Neue"/>
                <a:ea typeface="Helvetica Neue"/>
                <a:cs typeface="Helvetica Neue"/>
              </a:rPr>
              <a:t>Standalone kit and public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0F8C41-0C64-4317-ACB9-D1ACF4EF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57375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3263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32634B"/>
                </a:solidFill>
                <a:latin typeface="Helvetica Neue"/>
                <a:ea typeface="Helvetica Neue"/>
                <a:cs typeface="Helvetica Neue"/>
              </a:rPr>
              <a:t>Next release gates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8483D3-E2F3-4015-B646-C66586D7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67000"/>
            <a:ext cx="4953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2A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82A23"/>
                </a:solidFill>
                <a:latin typeface="Helvetica Neue"/>
                <a:ea typeface="Helvetica Neue"/>
                <a:cs typeface="Helvetica Neue"/>
              </a:rPr>
              <a:t>Load and cold-start testing</a:t>
            </a:r>
          </a:p>
          <a:p xmlns:a="http://schemas.openxmlformats.org/drawingml/2006/main">
            <a:pPr>
              <a:defRPr sz="2250" b="0">
                <a:solidFill>
                  <a:srgbClr val="182A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82A23"/>
                </a:solidFill>
                <a:latin typeface="Helvetica Neue"/>
                <a:ea typeface="Helvetica Neue"/>
                <a:cs typeface="Helvetica Neue"/>
              </a:rPr>
              <a:t>Injected-wallet demonstration</a:t>
            </a:r>
          </a:p>
          <a:p xmlns:a="http://schemas.openxmlformats.org/drawingml/2006/main">
            <a:pPr>
              <a:defRPr sz="2250" b="0">
                <a:solidFill>
                  <a:srgbClr val="182A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82A23"/>
                </a:solidFill>
                <a:latin typeface="Helvetica Neue"/>
                <a:ea typeface="Helvetica Neue"/>
                <a:cs typeface="Helvetica Neue"/>
              </a:rPr>
              <a:t>Full accessibility audit</a:t>
            </a:r>
          </a:p>
          <a:p xmlns:a="http://schemas.openxmlformats.org/drawingml/2006/main">
            <a:pPr>
              <a:defRPr sz="2250" b="0">
                <a:solidFill>
                  <a:srgbClr val="182A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82A23"/>
                </a:solidFill>
                <a:latin typeface="Helvetica Neue"/>
                <a:ea typeface="Helvetica Neue"/>
                <a:cs typeface="Helvetica Neue"/>
              </a:rPr>
              <a:t>User comprehension testing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E9DAFD-2E37-45F0-8A6C-E7B41FB6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2A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82A23"/>
                </a:solidFill>
                <a:latin typeface="Helvetica Neue"/>
                <a:ea typeface="Helvetica Neue"/>
                <a:cs typeface="Helvetica Neue"/>
              </a:rPr>
              <a:t>Next.js · TypeScript · Viem · Fastify · SQLite · Anvil · OpenZeppelin</a:t>
            </a:r>
          </a:p>
          <a:p xmlns:a="http://schemas.openxmlformats.org/drawingml/2006/main">
            <a:pPr>
              <a:defRPr sz="1725" b="0">
                <a:solidFill>
                  <a:srgbClr val="182A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82A23"/>
                </a:solidFill>
                <a:latin typeface="Helvetica Neue"/>
                <a:ea typeface="Helvetica Neue"/>
                <a:cs typeface="Helvetica Neue"/>
              </a:rPr>
              <a:t>Public demo: jhahimanshu653--exitdrill-web.modal.run</a:t>
            </a:r>
          </a:p>
        </p:txBody>
      </p:sp>
    </p:spTree>
    <p:extLst>
      <p:ext uri="{BB962C8B-B14F-4D97-AF65-F5344CB8AC3E}">
        <p14:creationId xmlns:p14="http://schemas.microsoft.com/office/powerpoint/2010/main" val="18080031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2026-09-22T08:01:55.3080000Z</dcterms:created>
  <dcterms:modified xsi:type="dcterms:W3CDTF">2026-09-22T08:01:55.3080000Z</dcterms:modified>
</coreProperties>
</file>