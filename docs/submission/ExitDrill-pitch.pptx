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040d7c60db469f" /><Relationship Type="http://schemas.openxmlformats.org/officeDocument/2006/relationships/extended-properties" Target="/docProps/app.xml" Id="Re40ee675ff4748c4" /><Relationship Type="http://schemas.openxmlformats.org/officeDocument/2006/relationships/officeDocument" Target="/ppt/presentation.xml" Id="R36833154637149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e1ab15d78c4f88"/>
  </p:sldMasterIdLst>
  <p:notesMasterIdLst>
    <p:notesMasterId xmlns:r="http://schemas.openxmlformats.org/officeDocument/2006/relationships" r:id="Rce8deb937540422f"/>
  </p:notesMasterIdLst>
  <p:sldIdLst>
    <p:sldId xmlns:r="http://schemas.openxmlformats.org/officeDocument/2006/relationships" id="256" r:id="Re733da19c0a24451"/>
    <p:sldId xmlns:r="http://schemas.openxmlformats.org/officeDocument/2006/relationships" id="257" r:id="R3b353dc033f74d18"/>
    <p:sldId xmlns:r="http://schemas.openxmlformats.org/officeDocument/2006/relationships" id="258" r:id="R4a9b192edf134e45"/>
    <p:sldId xmlns:r="http://schemas.openxmlformats.org/officeDocument/2006/relationships" id="259" r:id="R1fb903199d954b16"/>
    <p:sldId xmlns:r="http://schemas.openxmlformats.org/officeDocument/2006/relationships" id="260" r:id="R8ed0df9bb4384173"/>
    <p:sldId xmlns:r="http://schemas.openxmlformats.org/officeDocument/2006/relationships" id="261" r:id="R4a156191c96b41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a48f27002e4599" /><Relationship Type="http://schemas.openxmlformats.org/officeDocument/2006/relationships/slideMaster" Target="/ppt/slideMasters/slideMaster1.xml" Id="Rc9e1ab15d78c4f88" /><Relationship Type="http://schemas.openxmlformats.org/officeDocument/2006/relationships/notesMaster" Target="/ppt/notesMasters/notesMaster1.xml" Id="Rce8deb937540422f" /><Relationship Type="http://schemas.openxmlformats.org/officeDocument/2006/relationships/presProps" Target="/ppt/presProps.xml" Id="R93a05d1fe4724b10" /><Relationship Type="http://schemas.openxmlformats.org/officeDocument/2006/relationships/tableStyles" Target="/ppt/tableStyles.xml" Id="R4438a05073f84ead" /><Relationship Type="http://schemas.openxmlformats.org/officeDocument/2006/relationships/slide" Target="/ppt/slides/slide1.xml" Id="Re733da19c0a24451" /><Relationship Type="http://schemas.openxmlformats.org/officeDocument/2006/relationships/slide" Target="/ppt/slides/slide2.xml" Id="R3b353dc033f74d18" /><Relationship Type="http://schemas.openxmlformats.org/officeDocument/2006/relationships/slide" Target="/ppt/slides/slide3.xml" Id="R4a9b192edf134e45" /><Relationship Type="http://schemas.openxmlformats.org/officeDocument/2006/relationships/slide" Target="/ppt/slides/slide4.xml" Id="R1fb903199d954b16" /><Relationship Type="http://schemas.openxmlformats.org/officeDocument/2006/relationships/slide" Target="/ppt/slides/slide5.xml" Id="R8ed0df9bb4384173" /><Relationship Type="http://schemas.openxmlformats.org/officeDocument/2006/relationships/slide" Target="/ppt/slides/slide6.xml" Id="R4a156191c96b41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4baf8e3ec048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f3cc097bc243ec" /><Relationship Type="http://schemas.openxmlformats.org/officeDocument/2006/relationships/notesMaster" Target="/ppt/notesMasters/notesMaster1.xml" Id="Re22138343fa0447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c103d46c6d4ebd" /><Relationship Type="http://schemas.openxmlformats.org/officeDocument/2006/relationships/notesMaster" Target="/ppt/notesMasters/notesMaster1.xml" Id="R93a12547f57640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dbb649e51a4e3b" /><Relationship Type="http://schemas.openxmlformats.org/officeDocument/2006/relationships/notesMaster" Target="/ppt/notesMasters/notesMaster1.xml" Id="R7b9ec17dff8f4d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e0d80cacb44bcc" /><Relationship Type="http://schemas.openxmlformats.org/officeDocument/2006/relationships/notesMaster" Target="/ppt/notesMasters/notesMaster1.xml" Id="R668026fc836142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333ecaaa364f91" /><Relationship Type="http://schemas.openxmlformats.org/officeDocument/2006/relationships/notesMaster" Target="/ppt/notesMasters/notesMaster1.xml" Id="R58d3a5e2c01944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7fdd559c504248" /><Relationship Type="http://schemas.openxmlformats.org/officeDocument/2006/relationships/notesMaster" Target="/ppt/notesMasters/notesMaster1.xml" Id="R4c5814e511c149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docs/evidence/sdai-fork-experiment.json and sdai-source-validation.json in the repository. Output is observed fork output, not a future promise.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Impact is a product hypothesis: help vault users prepare and independently recheck an exit. No measured adoption or guaranteed recovery claim. AI assistance: Cursor for the PRD/initial work, Codex for implementation, tests, and submission preparation.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899fea4d5546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b5441c7d9549a1" /><Relationship Type="http://schemas.openxmlformats.org/officeDocument/2006/relationships/slideLayout" Target="/ppt/slideLayouts/slideLayout1.xml" Id="R0227694abb1c40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27694abb1c40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abf0dcfbe54739" /><Relationship Type="http://schemas.openxmlformats.org/officeDocument/2006/relationships/notesSlide" Target="/ppt/notesSlides/notesSlide1.xml" Id="Rbba154ac149349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43b88df0845e0" /><Relationship Type="http://schemas.openxmlformats.org/officeDocument/2006/relationships/notesSlide" Target="/ppt/notesSlides/notesSlide2.xml" Id="R1c7ea123460e43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970d59da04e5a" /><Relationship Type="http://schemas.openxmlformats.org/officeDocument/2006/relationships/image" Target="/ppt/media/image.jpeg" Id="Raa7abd3a95fa45eb" /><Relationship Type="http://schemas.openxmlformats.org/officeDocument/2006/relationships/notesSlide" Target="/ppt/notesSlides/notesSlide3.xml" Id="R938f47e94ab841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2e4d81c39415b" /><Relationship Type="http://schemas.openxmlformats.org/officeDocument/2006/relationships/notesSlide" Target="/ppt/notesSlides/notesSlide4.xml" Id="R66ed17a8321846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5bff7301f4417b" /><Relationship Type="http://schemas.openxmlformats.org/officeDocument/2006/relationships/image" Target="/ppt/media/image2.jpeg" Id="Rb6960b1abe9d47d1" /><Relationship Type="http://schemas.openxmlformats.org/officeDocument/2006/relationships/notesSlide" Target="/ppt/notesSlides/notesSlide5.xml" Id="Rde15df77adce4b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ebf06e5dd4f00" /><Relationship Type="http://schemas.openxmlformats.org/officeDocument/2006/relationships/notesSlide" Target="/ppt/notesSlides/notesSlide6.xml" Id="R4028392728e44c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256210-6230-4194-BC74-CF243BC9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ExitDrill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DC0B3-A679-47C3-B6D6-6FA283E2C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1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1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A fire drill for your DeFi exit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F218A-F9B9-48F7-BF2E-B413DE39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001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Rehearse a vault withdrawal. Keep the evidence.</a:t>
            </a:r>
          </a:p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Recheck through a local kit when the website is gone.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62711-C4F6-455F-879A-EC7A7FBB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3rd-Web-Hack · Himanshu Kumar ·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4587154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99CFD-092D-4E0B-8082-B8F79F67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The withdrawal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727C6-5512-4A25-8525-13FBA61F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A vault balance does not tell you whether</a:t>
            </a:r>
          </a:p>
          <a:p xmlns:a="http://schemas.openxmlformats.org/drawingml/2006/main">
            <a:pPr>
              <a:def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your exact withdrawal will execute.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5B351-B8F1-4E90-98C4-FDEEFE2F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287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Limits, contract changes, gas, and unavailable interfaces can interrupt an exit. A saved transaction alone can become stale.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BC34A-6722-4995-9C26-81C67D36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ExitDrill targets direct ERC-4626 redemption by the owner.</a:t>
            </a:r>
          </a:p>
          <a:p xmlns:a="http://schemas.openxmlformats.org/drawingml/2006/main">
            <a:pPr>
              <a:def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It does not recover keys or bypass contract restrictions.</a:t>
            </a:r>
          </a:p>
        </p:txBody>
      </p:sp>
    </p:spTree>
    <p:extLst>
      <p:ext uri="{BB962C8B-B14F-4D97-AF65-F5344CB8AC3E}">
        <p14:creationId xmlns:p14="http://schemas.microsoft.com/office/powerpoint/2010/main" val="4638980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C157A-A88A-4B69-BFC8-CD9E3896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A rehearsal with a receipt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EBA59-5A55-40CA-A554-207EB8C1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59055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01  Inspect a pinned source block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02  Reconstruct the exact redeem call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03  Execute inside a private Anvil fork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04  Check event, balances, and supply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53092-CBE6-4E84-AA1D-76AE9246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PASS, BLOCKED, or UNKNOWN stays attached to its evidence and limitations.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7abd3a95fa45eb"/>
          <a:stretch xmlns:a="http://schemas.openxmlformats.org/drawingml/2006/main"/>
        </p:blipFill>
        <p:spPr>
          <a:xfrm xmlns:a="http://schemas.openxmlformats.org/drawingml/2006/main">
            <a:off x="7606344" y="1666875"/>
            <a:ext cx="3075312" cy="4572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042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B6E4B-7B10-4214-BCAC-F4EFF6E6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Ethereum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C674C-F671-4359-97C7-56C4782A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1 sDAI → 1.180713732702892348 DAI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9CC3C-71F9-4858-8804-D944F8E8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0477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Executed inside a private fork at source block 26,010,689.</a:t>
            </a:r>
          </a:p>
          <a:p xmlns:a="http://schemas.openxmlformats.org/drawingml/2006/main">
            <a:pPr>
              <a:def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Receipt, Withdrawal event, share burn, asset increase, and total supply checks passed.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B3F6D-5187-43E4-B68B-77D8E6A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Compiled pinned SavingsDai source with solc 0.8.17 and compared deployed executable bytes and immutables.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70D00-669D-448E-B3E7-3F198A8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Historical experiment only. No mainnet transaction. Live adapter awaits repeat validation.</a:t>
            </a:r>
          </a:p>
        </p:txBody>
      </p:sp>
    </p:spTree>
    <p:extLst>
      <p:ext uri="{BB962C8B-B14F-4D97-AF65-F5344CB8AC3E}">
        <p14:creationId xmlns:p14="http://schemas.microsoft.com/office/powerpoint/2010/main" val="14321383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75EDEB-8449-421A-B941-76E992F8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The kit survives a hosting outage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4C780-5EE8-4B5C-A8A8-D2CA1090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638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A ZIP contains the interface, exit plan,</a:t>
            </a:r>
          </a:p>
          <a:p xmlns:a="http://schemas.openxmlformats.org/drawingml/2006/main">
            <a:pPr>
              <a:def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evidence, launcher, and file checksums.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3A95F-0B78-4097-AFBC-30367310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6191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Saved evidence opens offline. Fresh checks use your own RPC connection. No npm install or hosted ExitDrill API is required.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1DEFE-6D5D-41C4-9E6A-12657095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6191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Verified with the local web and API services stopped. Wallet-extension testing remains open.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60b1abe9d47d1"/>
          <a:stretch xmlns:a="http://schemas.openxmlformats.org/drawingml/2006/main"/>
        </p:blipFill>
        <p:spPr>
          <a:xfrm xmlns:a="http://schemas.openxmlformats.org/drawingml/2006/main">
            <a:off x="7381875" y="2759273"/>
            <a:ext cx="3905250" cy="219670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607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8A7D3-EBCB-4447-B278-94411610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Prototype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4477A-C88A-4F06-AF0B-30A1242B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Working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521125-C19E-4ACE-8032-88CC0485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09587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Four live vault cases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Exact bigint amounts and calldata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34 automated tests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Standalone kit and public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031B7-B4B8-42F5-9A73-64B7E6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57375"/>
            <a:ext cx="485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2634B"/>
                </a:solidFill>
                <a:latin typeface="Helvetica Neue"/>
                <a:ea typeface="Helvetica Neue"/>
                <a:cs typeface="Helvetica Neue"/>
              </a:rPr>
              <a:t>Next release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792A0-F331-4677-8FDC-24ACB8424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4953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Reliable second-RPC repeat run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Injected-wallet demonstration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Latency and accessibility audit</a:t>
            </a:r>
          </a:p>
          <a:p xmlns:a="http://schemas.openxmlformats.org/drawingml/2006/main">
            <a:pPr>
              <a:def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User comprehension testing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846A9-5DF5-4F76-82B2-FAAA7B8DA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Next.js · TypeScript · Viem · Fastify · SQLite · Anvil · OpenZeppelin</a:t>
            </a:r>
          </a:p>
          <a:p xmlns:a="http://schemas.openxmlformats.org/drawingml/2006/main">
            <a:pPr>
              <a:def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82A23"/>
                </a:solidFill>
                <a:latin typeface="Helvetica Neue"/>
                <a:ea typeface="Helvetica Neue"/>
                <a:cs typeface="Helvetica Neue"/>
              </a:rPr>
              <a:t>Public demo: jhahimanshu653--exitdrill-web.modal.run</a:t>
            </a:r>
          </a:p>
        </p:txBody>
      </p:sp>
    </p:spTree>
    <p:extLst>
      <p:ext uri="{BB962C8B-B14F-4D97-AF65-F5344CB8AC3E}">
        <p14:creationId xmlns:p14="http://schemas.microsoft.com/office/powerpoint/2010/main" val="6222524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2026-09-19T10:09:52.1020000Z</dcterms:created>
  <dcterms:modified xsi:type="dcterms:W3CDTF">2026-09-19T10:09:52.1020000Z</dcterms:modified>
</coreProperties>
</file>